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61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1186-471A-4661-BF62-7A8A883F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DF80B-430D-D40B-24A9-F316B4EC6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0F2C6-A908-C530-EE38-379F13993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3301-B7F1-7496-722A-B99B4A56F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11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E206-2A1D-8238-C026-87B0E84A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F7990-E36B-553B-90A1-AE8C5FD79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970E5-9AED-60E0-B147-8046DD0D4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9912-48DB-490D-BF8A-BDC43D620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8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E7A2-5F65-DA52-107C-37D46B61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9E9C1-A7D2-7078-32C6-1047B9E96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AC83E-2E18-DD82-3052-60206FF9C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AC45-7C9D-31D8-9ACC-F1B48A341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57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280160" cy="1280160"/>
          </a:xfrm>
          <a:prstGeom prst="ellipse">
            <a:avLst/>
          </a:prstGeom>
          <a:solidFill>
            <a:srgbClr val="5C3D99"/>
          </a:solidFill>
          <a:ln w="25400">
            <a:solidFill>
              <a:srgbClr val="A88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GroupSportsApp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pentru organizarea evenimentelor sportive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514600"/>
            <a:ext cx="5486400" cy="27432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Ciobanu Andrei · Anul II · Info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A"/>
                </a:solidFill>
              </a:rPr>
              <a:t>01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51751B-DBDE-678F-B948-77371889A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2" y="770962"/>
            <a:ext cx="1201275" cy="1201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Mesagerie generică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Facebook nu sunt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optimizate pentru evenimente sportive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Informații pierdute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și locația se pierd în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conversații lungi și dezordonate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👥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Evidența participanților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Imposibil de știut exact câți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jucători s-au confirmat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Propusă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0" y="274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A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conturi securizat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&amp; Înregistrare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146304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64008" cy="146304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18872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52160" y="1280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Gestiune completă meciuri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52160" y="1828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· Modificare · Ștergere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017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Participare în timp real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buton — confirmare instant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64008" cy="146304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92608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52160" y="3017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centralizată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5216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informațiile într-un singur loc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29768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48840" y="429768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14884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94760" y="429768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9476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40680" y="429768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4068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ORM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0" y="429768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8660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C12E94-50AD-8D0E-EA1E-1B3A870F6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939"/>
            <a:ext cx="9144000" cy="883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Folosite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651760" cy="50292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Frontend — Android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4864" cy="27432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Android SDK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54864" cy="27432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Layouts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54864" cy="27432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+ ViewHolder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54864" cy="27432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(HTTP client)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914400"/>
            <a:ext cx="2651760" cy="502920"/>
          </a:xfrm>
          <a:prstGeom prst="rect">
            <a:avLst/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914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Backend — Python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572768"/>
            <a:ext cx="54864" cy="274320"/>
          </a:xfrm>
          <a:prstGeom prst="rect">
            <a:avLst/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1536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API)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2139696"/>
            <a:ext cx="54864" cy="274320"/>
          </a:xfrm>
          <a:prstGeom prst="rect">
            <a:avLst/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(ORM)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2706624"/>
            <a:ext cx="54864" cy="274320"/>
          </a:xfrm>
          <a:prstGeom prst="rect">
            <a:avLst/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2670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(ASGI server)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3273552"/>
            <a:ext cx="54864" cy="274320"/>
          </a:xfrm>
          <a:prstGeom prst="rect">
            <a:avLst/>
          </a:prstGeom>
          <a:solidFill>
            <a:srgbClr val="007A6A"/>
          </a:solidFill>
          <a:ln w="12700">
            <a:solidFill>
              <a:srgbClr val="007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3236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(validare date)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914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Baza de 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1572768"/>
            <a:ext cx="54864" cy="274320"/>
          </a:xfrm>
          <a:prstGeom prst="rect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1536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(relational)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139696"/>
            <a:ext cx="54864" cy="274320"/>
          </a:xfrm>
          <a:prstGeom prst="rect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(cloud hosting)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2706624"/>
            <a:ext cx="54864" cy="274320"/>
          </a:xfrm>
          <a:prstGeom prst="rect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2670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logic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3273552"/>
            <a:ext cx="54864" cy="274320"/>
          </a:xfrm>
          <a:prstGeom prst="rect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5080" y="3236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SQL optimizate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Detalii de Implementare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A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Asincronă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Apelurile de rețea se fac non-blocking prin Retrofit .enqueue() — interfața rămâne fluidă în orice condiție.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Main Thread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6400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+ ViewHolder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880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Cardurile de meciuri sunt reciclate pe măsură ce scrollezi, economisind RAM și menținând 60fps.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65176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Performant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2A1A5E"/>
          </a:solidFill>
          <a:ln w="12700">
            <a:solidFill>
              <a:srgbClr val="7B52C9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6400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pe Rute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206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Butoanele de Editare/Ștergere apar DOAR creatorului meciului. Cascade delete elimină asocierile MatchPlayer.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97764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Cascade Delete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Demonstrație — Fluxul Aplicației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8660" y="822960"/>
            <a:ext cx="1691640" cy="3657600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4380" y="868680"/>
            <a:ext cx="160020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8660" y="448056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08660" y="4480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20340" y="822960"/>
            <a:ext cx="1691640" cy="3657600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66060" y="868680"/>
            <a:ext cx="1600200" cy="3566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20340" y="448056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20340" y="4480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Meciuri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32020" y="822960"/>
            <a:ext cx="1691640" cy="3657600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77740" y="868680"/>
            <a:ext cx="1600200" cy="35661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732020" y="448056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732020" y="4480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Meci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43700" y="822960"/>
            <a:ext cx="1691640" cy="3657600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89420" y="868680"/>
            <a:ext cx="1600200" cy="35661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43700" y="4480560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743700" y="4480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Jucători Înscriși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7913" y="4256271"/>
            <a:ext cx="6168957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Use Case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0B31EC-E731-6A55-9F0D-DFF44F294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13" y="1790897"/>
            <a:ext cx="6168957" cy="24653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5437DB-4B07-A9CE-F035-5964E0047488}"/>
              </a:ext>
            </a:extLst>
          </p:cNvPr>
          <p:cNvSpPr txBox="1"/>
          <p:nvPr/>
        </p:nvSpPr>
        <p:spPr>
          <a:xfrm>
            <a:off x="227416" y="814906"/>
            <a:ext cx="8338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După</a:t>
            </a:r>
            <a:r>
              <a:rPr lang="en-US" dirty="0"/>
              <a:t> cum se </a:t>
            </a:r>
            <a:r>
              <a:rPr lang="en-US" dirty="0" err="1"/>
              <a:t>vede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diagrama</a:t>
            </a:r>
            <a:r>
              <a:rPr lang="en-US" dirty="0"/>
              <a:t> Use Case, un </a:t>
            </a:r>
            <a:r>
              <a:rPr lang="en-US" dirty="0" err="1"/>
              <a:t>utilizator</a:t>
            </a:r>
            <a:r>
              <a:rPr lang="en-US" dirty="0"/>
              <a:t> standard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vedea</a:t>
            </a:r>
            <a:r>
              <a:rPr lang="en-US" dirty="0"/>
              <a:t> </a:t>
            </a:r>
            <a:r>
              <a:rPr lang="en-US" dirty="0" err="1"/>
              <a:t>meciurile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înscrie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momentul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creează</a:t>
            </a:r>
            <a:r>
              <a:rPr lang="en-US" dirty="0"/>
              <a:t> un </a:t>
            </a:r>
            <a:r>
              <a:rPr lang="en-US" dirty="0" err="1"/>
              <a:t>meci</a:t>
            </a:r>
            <a:r>
              <a:rPr lang="en-US" dirty="0"/>
              <a:t> nou,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de Creator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acelui</a:t>
            </a:r>
            <a:r>
              <a:rPr lang="en-US" dirty="0"/>
              <a:t> </a:t>
            </a:r>
            <a:r>
              <a:rPr lang="en-US" dirty="0" err="1"/>
              <a:t>eveniment</a:t>
            </a:r>
            <a:r>
              <a:rPr lang="en-US" dirty="0"/>
              <a:t>, </a:t>
            </a:r>
            <a:r>
              <a:rPr lang="en-US" dirty="0" err="1"/>
              <a:t>deblocând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de </a:t>
            </a:r>
            <a:r>
              <a:rPr lang="en-US" dirty="0" err="1"/>
              <a:t>editare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ștergere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8B699-205C-8D36-8705-840CC752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B79E89-45BB-B352-1E0F-96C692898241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F7CC50-B952-CA97-4181-E879E6BF70D9}"/>
              </a:ext>
            </a:extLst>
          </p:cNvPr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92C444-8950-0AF2-B6AA-79561A9B770A}"/>
              </a:ext>
            </a:extLst>
          </p:cNvPr>
          <p:cNvSpPr/>
          <p:nvPr/>
        </p:nvSpPr>
        <p:spPr>
          <a:xfrm>
            <a:off x="36576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Modelarea Datelor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D42E05-7462-45D2-7DD2-EB6FF80FD132}"/>
              </a:ext>
            </a:extLst>
          </p:cNvPr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08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7A304A-8C6D-6D05-B1E6-5883928C8028}"/>
              </a:ext>
            </a:extLst>
          </p:cNvPr>
          <p:cNvSpPr/>
          <p:nvPr/>
        </p:nvSpPr>
        <p:spPr>
          <a:xfrm>
            <a:off x="91440" y="4465292"/>
            <a:ext cx="6622003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1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D56273C-25A0-79F7-5D29-49D328DD603B}"/>
              </a:ext>
            </a:extLst>
          </p:cNvPr>
          <p:cNvSpPr/>
          <p:nvPr/>
        </p:nvSpPr>
        <p:spPr>
          <a:xfrm>
            <a:off x="6968131" y="4465292"/>
            <a:ext cx="1718669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157474-1A69-AE60-5A6D-36CD9A4E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131" y="868720"/>
            <a:ext cx="1718669" cy="36193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968C45-F3DE-1DD8-278B-63CB4860C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" y="3825381"/>
            <a:ext cx="6622003" cy="6399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B1343F-FD7F-EDC3-83C1-18083F358113}"/>
              </a:ext>
            </a:extLst>
          </p:cNvPr>
          <p:cNvSpPr txBox="1"/>
          <p:nvPr/>
        </p:nvSpPr>
        <p:spPr>
          <a:xfrm>
            <a:off x="91440" y="1371431"/>
            <a:ext cx="66220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arhitectural</a:t>
            </a:r>
            <a:r>
              <a:rPr lang="en-US" dirty="0"/>
              <a:t>, </a:t>
            </a: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împărțită</a:t>
            </a:r>
            <a:r>
              <a:rPr lang="en-US" dirty="0"/>
              <a:t> pe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niveluri</a:t>
            </a:r>
            <a:r>
              <a:rPr lang="en-US" dirty="0"/>
              <a:t>: </a:t>
            </a:r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mobilă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Android, un server REST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Python cu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 PostgreSQL </a:t>
            </a:r>
            <a:r>
              <a:rPr lang="en-US" dirty="0" err="1"/>
              <a:t>în</a:t>
            </a:r>
            <a:r>
              <a:rPr lang="en-US" dirty="0"/>
              <a:t> cloud</a:t>
            </a:r>
            <a:r>
              <a:rPr lang="ro-RO" dirty="0"/>
              <a:t>.</a:t>
            </a:r>
            <a:br>
              <a:rPr lang="ro-RO" dirty="0"/>
            </a:br>
            <a:br>
              <a:rPr lang="ro-RO" dirty="0"/>
            </a:br>
            <a:r>
              <a:rPr lang="en-US" dirty="0" err="1"/>
              <a:t>Sistem</a:t>
            </a:r>
            <a:r>
              <a:rPr lang="en-US" dirty="0"/>
              <a:t> N-Tier: Android Client ↔ </a:t>
            </a:r>
            <a:r>
              <a:rPr lang="en-US" dirty="0" err="1"/>
              <a:t>FastAPI</a:t>
            </a:r>
            <a:r>
              <a:rPr lang="en-US" dirty="0"/>
              <a:t> ↔ PostgreSQL.</a:t>
            </a:r>
          </a:p>
        </p:txBody>
      </p:sp>
    </p:spTree>
    <p:extLst>
      <p:ext uri="{BB962C8B-B14F-4D97-AF65-F5344CB8AC3E}">
        <p14:creationId xmlns:p14="http://schemas.microsoft.com/office/powerpoint/2010/main" val="233774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72E16-CAB6-F6E3-C5EA-7A2B6441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35BC8E-FE8B-E36B-9838-2A616A0051C7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3F57E4-A1CE-0510-BF9B-8129C9B26743}"/>
              </a:ext>
            </a:extLst>
          </p:cNvPr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A28386-9EAA-D1DB-D6E2-B47AA6E99175}"/>
              </a:ext>
            </a:extLst>
          </p:cNvPr>
          <p:cNvSpPr/>
          <p:nvPr/>
        </p:nvSpPr>
        <p:spPr>
          <a:xfrm>
            <a:off x="36576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Utilizatorului și Interfața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74EF30-825E-2122-8944-995D9021F3B3}"/>
              </a:ext>
            </a:extLst>
          </p:cNvPr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08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762298-075F-4415-3C1D-AF665742154B}"/>
              </a:ext>
            </a:extLst>
          </p:cNvPr>
          <p:cNvSpPr/>
          <p:nvPr/>
        </p:nvSpPr>
        <p:spPr>
          <a:xfrm>
            <a:off x="116077" y="4717424"/>
            <a:ext cx="2325789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Utilizatorului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A9AA91-0E73-29A4-1343-D8802E5FB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99" y="2622252"/>
            <a:ext cx="4925442" cy="20951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900F68-BC88-F8DE-5168-58DF7222A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7" y="1563811"/>
            <a:ext cx="2325789" cy="3153613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BBD20DDC-5F7C-03E3-66A4-157012918903}"/>
              </a:ext>
            </a:extLst>
          </p:cNvPr>
          <p:cNvSpPr/>
          <p:nvPr/>
        </p:nvSpPr>
        <p:spPr>
          <a:xfrm>
            <a:off x="4085899" y="4717424"/>
            <a:ext cx="4942024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UI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A0EF1-4AD7-10C5-418D-CEF21F0D6553}"/>
              </a:ext>
            </a:extLst>
          </p:cNvPr>
          <p:cNvSpPr txBox="1"/>
          <p:nvPr/>
        </p:nvSpPr>
        <p:spPr>
          <a:xfrm>
            <a:off x="4145597" y="1563811"/>
            <a:ext cx="430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Navigare intuitivă și decizii în timp real.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9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FF4DC-B2AA-1DF9-84E0-DB595D6C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EA66A9-A82E-5703-790F-B9DCFE5F4D5F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DD1E62-AAB6-D883-4F20-0C889F465519}"/>
              </a:ext>
            </a:extLst>
          </p:cNvPr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698B81-B1BA-0CC0-CFC6-C3F11ABCF476}"/>
              </a:ext>
            </a:extLst>
          </p:cNvPr>
          <p:cNvSpPr/>
          <p:nvPr/>
        </p:nvSpPr>
        <p:spPr>
          <a:xfrm>
            <a:off x="36576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și Stări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5F84D9-3FC6-A7AF-5F15-2A9E0563C831}"/>
              </a:ext>
            </a:extLst>
          </p:cNvPr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08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BD30351-2610-4987-D365-06F1D12B900F}"/>
              </a:ext>
            </a:extLst>
          </p:cNvPr>
          <p:cNvSpPr/>
          <p:nvPr/>
        </p:nvSpPr>
        <p:spPr>
          <a:xfrm>
            <a:off x="0" y="4092709"/>
            <a:ext cx="3602104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F17BE-D6E1-20C1-88A6-063B61043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5369"/>
            <a:ext cx="3602104" cy="33573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47E812-9D9B-3D8F-947D-CEDD9095D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016" y="1280799"/>
            <a:ext cx="3602104" cy="3287043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8665834B-E691-4807-61BF-B47E15406778}"/>
              </a:ext>
            </a:extLst>
          </p:cNvPr>
          <p:cNvSpPr/>
          <p:nvPr/>
        </p:nvSpPr>
        <p:spPr>
          <a:xfrm>
            <a:off x="5359016" y="4567842"/>
            <a:ext cx="3602104" cy="320040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Chart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90021-5C38-997A-1B90-6965DCD4A1C7}"/>
              </a:ext>
            </a:extLst>
          </p:cNvPr>
          <p:cNvSpPr txBox="1"/>
          <p:nvPr/>
        </p:nvSpPr>
        <p:spPr>
          <a:xfrm>
            <a:off x="0" y="4550334"/>
            <a:ext cx="3540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Sincronizare</a:t>
            </a:r>
            <a:r>
              <a:rPr lang="en-US" dirty="0"/>
              <a:t> </a:t>
            </a:r>
            <a:r>
              <a:rPr lang="en-US" dirty="0" err="1"/>
              <a:t>sigură</a:t>
            </a:r>
            <a:r>
              <a:rPr lang="en-US" dirty="0"/>
              <a:t> Client-Server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759AB-EA8E-8C42-4FA0-F6DCE130D790}"/>
              </a:ext>
            </a:extLst>
          </p:cNvPr>
          <p:cNvSpPr txBox="1"/>
          <p:nvPr/>
        </p:nvSpPr>
        <p:spPr>
          <a:xfrm>
            <a:off x="5150016" y="890086"/>
            <a:ext cx="393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Ciclul</a:t>
            </a:r>
            <a:r>
              <a:rPr lang="en-US" dirty="0"/>
              <a:t> de </a:t>
            </a:r>
            <a:r>
              <a:rPr lang="en-US" dirty="0" err="1"/>
              <a:t>viață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eveniment</a:t>
            </a:r>
            <a:r>
              <a:rPr lang="en-US" dirty="0"/>
              <a:t> </a:t>
            </a:r>
            <a:r>
              <a:rPr lang="en-US" dirty="0" err="1"/>
              <a:t>sportiv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34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— Ce Urmează?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8BE8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97480" cy="73152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🗺️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1234440" cy="320040"/>
          </a:xfrm>
          <a:prstGeom prst="roundRect">
            <a:avLst>
              <a:gd name="adj" fmla="val 28571"/>
            </a:avLst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API hărți pentru vizualizarea exactă a locației terenului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697480" cy="73152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234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🔔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977640" y="2240280"/>
            <a:ext cx="1234440" cy="320040"/>
          </a:xfrm>
          <a:prstGeom prst="roundRect">
            <a:avLst>
              <a:gd name="adj" fmla="val 28571"/>
            </a:avLst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77640" y="2240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Notificări Locale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1546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automate: «Meciul tău începe în 3 ore!»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697480" cy="73152"/>
          </a:xfrm>
          <a:prstGeom prst="rect">
            <a:avLst/>
          </a:prstGeom>
          <a:solidFill>
            <a:srgbClr val="6B6B8A"/>
          </a:solidFill>
          <a:ln w="12700">
            <a:solidFill>
              <a:srgbClr val="6B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234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⭐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6858000" y="2240280"/>
            <a:ext cx="1234440" cy="320040"/>
          </a:xfrm>
          <a:prstGeom prst="roundRect">
            <a:avLst>
              <a:gd name="adj" fmla="val 28571"/>
            </a:avLst>
          </a:prstGeom>
          <a:solidFill>
            <a:srgbClr val="6B6B8A"/>
          </a:solidFill>
          <a:ln w="12700">
            <a:solidFill>
              <a:srgbClr val="6B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2240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651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Rating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Fair-play rating pentru jucători după fiecare meci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2A1A5E"/>
          </a:solidFill>
          <a:ln w="254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4572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 mulțumesc!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GroupSportsApp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27432"/>
          </a:xfrm>
          <a:prstGeom prst="rect">
            <a:avLst/>
          </a:prstGeom>
          <a:solidFill>
            <a:srgbClr val="7B52C9"/>
          </a:solidFill>
          <a:ln w="12700">
            <a:solidFill>
              <a:srgbClr val="7B52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&amp; Răspunsuri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A"/>
                </a:solidFill>
              </a:rPr>
              <a:t>10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480467-E609-5C18-95E2-82A5DA9D0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450" y="630565"/>
            <a:ext cx="2579350" cy="2579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463</Words>
  <Application>Microsoft Office PowerPoint</Application>
  <PresentationFormat>On-screen Show (16:9)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GroupSportsApp</dc:title>
  <dc:subject>PptxGenJS Presentation</dc:subject>
  <dc:creator>PptxGenJS</dc:creator>
  <cp:lastModifiedBy>ANDREI CIOBANU</cp:lastModifiedBy>
  <cp:revision>3</cp:revision>
  <dcterms:created xsi:type="dcterms:W3CDTF">2026-03-29T22:04:27Z</dcterms:created>
  <dcterms:modified xsi:type="dcterms:W3CDTF">2026-03-29T23:24:53Z</dcterms:modified>
</cp:coreProperties>
</file>